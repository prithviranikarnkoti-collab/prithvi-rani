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custShowLst>
    <p:custShow name="Custom Show 1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FB11FC-D8E0-4CF5-A5A1-E406F6CCFE09}" v="13" dt="2025-10-18T15:10:29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693DEE9-85E4-4CC4-86F4-14F09244DA1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25A333A-A0F2-4E6F-AB61-C1DBBA88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243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DEE9-85E4-4CC4-86F4-14F09244DA1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333A-A0F2-4E6F-AB61-C1DBBA88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93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693DEE9-85E4-4CC4-86F4-14F09244DA1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F25A333A-A0F2-4E6F-AB61-C1DBBA88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983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DEE9-85E4-4CC4-86F4-14F09244DA1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333A-A0F2-4E6F-AB61-C1DBBA88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53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DEE9-85E4-4CC4-86F4-14F09244DA1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333A-A0F2-4E6F-AB61-C1DBBA88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06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DEE9-85E4-4CC4-86F4-14F09244DA1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333A-A0F2-4E6F-AB61-C1DBBA88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672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DEE9-85E4-4CC4-86F4-14F09244DA1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333A-A0F2-4E6F-AB61-C1DBBA88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107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DEE9-85E4-4CC4-86F4-14F09244DA1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25A333A-A0F2-4E6F-AB61-C1DBBA888DD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97645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8693DEE9-85E4-4CC4-86F4-14F09244DA1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25A333A-A0F2-4E6F-AB61-C1DBBA888DDC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31848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DEE9-85E4-4CC4-86F4-14F09244DA1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333A-A0F2-4E6F-AB61-C1DBBA88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17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DEE9-85E4-4CC4-86F4-14F09244DA1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333A-A0F2-4E6F-AB61-C1DBBA88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29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693DEE9-85E4-4CC4-86F4-14F09244DA1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25A333A-A0F2-4E6F-AB61-C1DBBA88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16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1561707" y="1836619"/>
            <a:ext cx="9068586" cy="133773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Alcohol Sensing Alert With E</a:t>
            </a:r>
            <a:r>
              <a:rPr lang="en-US" altLang="en-IN" sz="4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ngine</a:t>
            </a:r>
            <a:r>
              <a:rPr lang="en-US" sz="4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 Locking System</a:t>
            </a:r>
            <a:endParaRPr lang="en-IN" sz="4800"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1631532" y="2733367"/>
            <a:ext cx="8229601" cy="3159141"/>
          </a:xfrm>
        </p:spPr>
        <p:txBody>
          <a:bodyPr>
            <a:normAutofit fontScale="77500" lnSpcReduction="20000"/>
          </a:bodyPr>
          <a:lstStyle/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                                                                                                               </a:t>
            </a:r>
            <a:r>
              <a:rPr lang="en-US" sz="4500" b="1" dirty="0">
                <a:latin typeface="Algerian" panose="04020705040A02060702" pitchFamily="82" charset="0"/>
              </a:rPr>
              <a:t>TEAM MEMBERS’S:</a:t>
            </a:r>
          </a:p>
          <a:p>
            <a:pPr algn="just"/>
            <a:endParaRPr lang="en-US" sz="4500" b="1" dirty="0">
              <a:latin typeface="Algerian" panose="04020705040A02060702" pitchFamily="82" charset="0"/>
            </a:endParaRPr>
          </a:p>
          <a:p>
            <a:pPr algn="just"/>
            <a:r>
              <a:rPr lang="en-US" sz="3600" dirty="0">
                <a:latin typeface="Algerian" panose="04020705040A02060702" pitchFamily="82" charset="0"/>
              </a:rPr>
              <a:t>1.PRITHVIRANI                                  </a:t>
            </a:r>
          </a:p>
          <a:p>
            <a:pPr algn="just"/>
            <a:r>
              <a:rPr lang="en-US" sz="3600" dirty="0">
                <a:latin typeface="Algerian" panose="04020705040A02060702" pitchFamily="82" charset="0"/>
              </a:rPr>
              <a:t>                                                                                              2. SNEHA TENGLI                 </a:t>
            </a:r>
          </a:p>
          <a:p>
            <a:pPr algn="just"/>
            <a:r>
              <a:rPr lang="en-US" dirty="0">
                <a:latin typeface="Algerian" panose="04020705040A02060702" pitchFamily="82" charset="0"/>
              </a:rPr>
              <a:t>                                                                                              </a:t>
            </a:r>
          </a:p>
          <a:p>
            <a:pPr algn="just"/>
            <a:r>
              <a:rPr lang="en-US" dirty="0">
                <a:latin typeface="Algerian" panose="04020705040A02060702" pitchFamily="82" charset="0"/>
              </a:rPr>
              <a:t>                                             </a:t>
            </a:r>
            <a:r>
              <a:rPr lang="en-US" dirty="0"/>
              <a:t>                                        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extBox 2"/>
          <p:cNvSpPr txBox="1"/>
          <p:nvPr/>
        </p:nvSpPr>
        <p:spPr>
          <a:xfrm>
            <a:off x="2821858" y="815478"/>
            <a:ext cx="6882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+mj-lt"/>
              </a:rPr>
              <a:t>INTRODUCTION</a:t>
            </a:r>
            <a:endParaRPr lang="en-IN" sz="5400" dirty="0">
              <a:latin typeface="+mj-lt"/>
            </a:endParaRPr>
          </a:p>
        </p:txBody>
      </p:sp>
      <p:sp>
        <p:nvSpPr>
          <p:cNvPr id="1048592" name="TextBox 3"/>
          <p:cNvSpPr txBox="1"/>
          <p:nvPr/>
        </p:nvSpPr>
        <p:spPr>
          <a:xfrm>
            <a:off x="1376516" y="2554295"/>
            <a:ext cx="96356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Driving under the influence of alcohol is a major cause of road accidents globally. To prevent such mishaps, we propose a smart embedded system that detects the presence of alcohol in a driver's breath, sends alerts via GSM, provides vehicle location via GPS, and locks the engine to prevent drunk driving.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OBJECTIVES</a:t>
            </a:r>
            <a:endParaRPr lang="en-IN" dirty="0"/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>
          <a:xfrm>
            <a:off x="838200" y="2408903"/>
            <a:ext cx="10515600" cy="3768060"/>
          </a:xfrm>
        </p:spPr>
        <p:txBody>
          <a:bodyPr>
            <a:normAutofit/>
          </a:bodyPr>
          <a:lstStyle/>
          <a:p>
            <a:r>
              <a:rPr lang="en-US" sz="2400" dirty="0"/>
              <a:t>To detect alcohol consumption in the driver’s breath using an alcohol sensor .</a:t>
            </a:r>
          </a:p>
          <a:p>
            <a:r>
              <a:rPr lang="en-US" sz="2400" dirty="0"/>
              <a:t>To lock the vehicle engine if alcohol is detected above a permissible level .</a:t>
            </a:r>
          </a:p>
          <a:p>
            <a:r>
              <a:rPr lang="en-US" sz="2400" dirty="0"/>
              <a:t>To alert authorities or family members via GSM .</a:t>
            </a:r>
          </a:p>
          <a:p>
            <a:r>
              <a:rPr lang="en-US" sz="2400" dirty="0"/>
              <a:t>To share real-time GPS coordinates for location tracking .</a:t>
            </a:r>
          </a:p>
          <a:p>
            <a:r>
              <a:rPr lang="en-US" sz="2400" dirty="0"/>
              <a:t>To increase road safety and reduce drunk-driving accidents</a:t>
            </a:r>
            <a:endParaRPr lang="en-I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COMPONENTS REQUIRED</a:t>
            </a:r>
            <a:endParaRPr lang="en-IN" dirty="0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1066800" y="1994088"/>
            <a:ext cx="10058400" cy="4050792"/>
          </a:xfrm>
        </p:spPr>
        <p:txBody>
          <a:bodyPr>
            <a:noAutofit/>
          </a:bodyPr>
          <a:lstStyle/>
          <a:p>
            <a:r>
              <a:rPr lang="en-IN" sz="2400" dirty="0"/>
              <a:t>Arduino NANO</a:t>
            </a:r>
          </a:p>
          <a:p>
            <a:r>
              <a:rPr lang="en-IN" sz="2400" dirty="0"/>
              <a:t>Main microcontrollerMQ-3</a:t>
            </a:r>
          </a:p>
          <a:p>
            <a:r>
              <a:rPr lang="en-IN" sz="2400" dirty="0"/>
              <a:t>Alcohol sensor detects alcohol vapours in breath</a:t>
            </a:r>
          </a:p>
          <a:p>
            <a:r>
              <a:rPr lang="en-IN" sz="2400" dirty="0"/>
              <a:t>GSM Module (SIM800L)Sends SMS alerts</a:t>
            </a:r>
          </a:p>
          <a:p>
            <a:r>
              <a:rPr lang="en-IN" sz="2400" dirty="0"/>
              <a:t>GPS Module (NEO-6M)Tracks and transmits vehicle location</a:t>
            </a:r>
          </a:p>
          <a:p>
            <a:r>
              <a:rPr lang="en-IN" sz="2400" dirty="0"/>
              <a:t>Relay Module controls engine locking mechanism</a:t>
            </a:r>
          </a:p>
          <a:p>
            <a:r>
              <a:rPr lang="en-IN" sz="2400" dirty="0"/>
              <a:t>12V DC Motor / Engine Simulated vehicle engine</a:t>
            </a:r>
          </a:p>
          <a:p>
            <a:r>
              <a:rPr lang="en-IN" sz="2400" dirty="0"/>
              <a:t>Power supply battery or adapter for powering modules</a:t>
            </a:r>
          </a:p>
          <a:p>
            <a:r>
              <a:rPr lang="en-IN" sz="2400" dirty="0"/>
              <a:t>LCD Display (16x2) displays status messages (optional)</a:t>
            </a:r>
          </a:p>
          <a:p>
            <a:pPr marL="0" indent="0">
              <a:buNone/>
            </a:pPr>
            <a:endParaRPr lang="en-IN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CIRCUIT DIAGRAM</a:t>
            </a:r>
            <a:endParaRPr lang="en-IN" dirty="0"/>
          </a:p>
        </p:txBody>
      </p:sp>
      <p:pic>
        <p:nvPicPr>
          <p:cNvPr id="2097152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5002" y="2103438"/>
            <a:ext cx="8781995" cy="39322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WORKING PRINCIPLE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1066800" y="1785742"/>
            <a:ext cx="10058400" cy="4050792"/>
          </a:xfrm>
        </p:spPr>
        <p:txBody>
          <a:bodyPr>
            <a:noAutofit/>
          </a:bodyPr>
          <a:lstStyle/>
          <a:p>
            <a:pPr algn="just"/>
            <a:r>
              <a:rPr lang="en-US" sz="2200" dirty="0"/>
              <a:t>Alcohol Detection: The MQ-3 sensor continuously samples air for alcohol vapors.</a:t>
            </a:r>
          </a:p>
          <a:p>
            <a:pPr algn="just"/>
            <a:r>
              <a:rPr lang="en-US" sz="2200" dirty="0"/>
              <a:t>Signal Processing: The analog signal is processed by the Arduino and   compared with a predefined threshold.</a:t>
            </a:r>
          </a:p>
          <a:p>
            <a:pPr algn="just"/>
            <a:r>
              <a:rPr lang="en-US" sz="2200" dirty="0"/>
              <a:t>Alert &amp; Lock : If alcohol is detected above the threshold : </a:t>
            </a:r>
          </a:p>
          <a:p>
            <a:pPr algn="just"/>
            <a:r>
              <a:rPr lang="en-US" sz="2200" dirty="0"/>
              <a:t>GSM module sends an alert SMS to a predefined number .</a:t>
            </a:r>
          </a:p>
          <a:p>
            <a:pPr algn="just"/>
            <a:r>
              <a:rPr lang="en-US" sz="2200" dirty="0"/>
              <a:t>GPS module captures the real-time location and includes it in the    </a:t>
            </a:r>
          </a:p>
          <a:p>
            <a:pPr marL="0" indent="0" algn="just">
              <a:buNone/>
            </a:pPr>
            <a:r>
              <a:rPr lang="en-US" sz="2200" dirty="0"/>
              <a:t>    SMS</a:t>
            </a:r>
          </a:p>
          <a:p>
            <a:pPr algn="just"/>
            <a:r>
              <a:rPr lang="en-US" sz="2200" dirty="0"/>
              <a:t>Relay disconnects engine ignition to prevent vehicle operation .</a:t>
            </a:r>
          </a:p>
          <a:p>
            <a:pPr algn="just"/>
            <a:r>
              <a:rPr lang="en-US" sz="2200" dirty="0"/>
              <a:t>Buzzer sounds to notify of detection .</a:t>
            </a:r>
          </a:p>
          <a:p>
            <a:pPr algn="just"/>
            <a:r>
              <a:rPr lang="en-US" sz="2200" dirty="0"/>
              <a:t>If no alcohol is detected : Engine remains unlocked and functional.</a:t>
            </a:r>
            <a:endParaRPr lang="en-IN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FEATURES</a:t>
            </a:r>
            <a:endParaRPr lang="en-IN" dirty="0"/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>
          <a:xfrm>
            <a:off x="838200" y="2310581"/>
            <a:ext cx="10515600" cy="3866382"/>
          </a:xfrm>
        </p:spPr>
        <p:txBody>
          <a:bodyPr>
            <a:normAutofit/>
          </a:bodyPr>
          <a:lstStyle/>
          <a:p>
            <a:r>
              <a:rPr lang="en-US" sz="2400" dirty="0"/>
              <a:t>Real-time alcohol detection </a:t>
            </a:r>
          </a:p>
          <a:p>
            <a:r>
              <a:rPr lang="en-US" sz="2400" dirty="0"/>
              <a:t>Automatic engine locking</a:t>
            </a:r>
          </a:p>
          <a:p>
            <a:r>
              <a:rPr lang="en-US" sz="2400" dirty="0"/>
              <a:t>SMS alerts to authorities or family </a:t>
            </a:r>
          </a:p>
          <a:p>
            <a:r>
              <a:rPr lang="en-US" sz="2400" dirty="0"/>
              <a:t>GPS location tracking</a:t>
            </a:r>
          </a:p>
          <a:p>
            <a:r>
              <a:rPr lang="en-US" sz="2400" dirty="0"/>
              <a:t>Easy to integrate into vehicles</a:t>
            </a:r>
            <a:endParaRPr lang="en-IN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-245806" y="365125"/>
            <a:ext cx="11599606" cy="1174308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dirty="0"/>
              <a:t>   ADVANTAGES</a:t>
            </a:r>
            <a:endParaRPr lang="en-IN" dirty="0"/>
          </a:p>
        </p:txBody>
      </p:sp>
      <p:sp>
        <p:nvSpPr>
          <p:cNvPr id="1048608" name="Content Placeholder 2"/>
          <p:cNvSpPr>
            <a:spLocks noGrp="1"/>
          </p:cNvSpPr>
          <p:nvPr>
            <p:ph idx="1"/>
          </p:nvPr>
        </p:nvSpPr>
        <p:spPr>
          <a:xfrm>
            <a:off x="838200" y="2507225"/>
            <a:ext cx="10515600" cy="3669737"/>
          </a:xfrm>
        </p:spPr>
        <p:txBody>
          <a:bodyPr>
            <a:normAutofit/>
          </a:bodyPr>
          <a:lstStyle/>
          <a:p>
            <a:r>
              <a:rPr lang="en-US" sz="2400" dirty="0"/>
              <a:t>Prevents drunk driving and road accidents</a:t>
            </a:r>
          </a:p>
          <a:p>
            <a:r>
              <a:rPr lang="en-US" sz="2400" dirty="0"/>
              <a:t>Reduces law enforcement workload</a:t>
            </a:r>
          </a:p>
          <a:p>
            <a:r>
              <a:rPr lang="en-US" sz="2400" dirty="0"/>
              <a:t>Easy to install and cost-effective</a:t>
            </a:r>
          </a:p>
          <a:p>
            <a:r>
              <a:rPr lang="en-US" sz="2400" dirty="0"/>
              <a:t>Real-time updates to emergency contacts</a:t>
            </a:r>
            <a:endParaRPr lang="en-IN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  <a:endParaRPr lang="en-IN" dirty="0"/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>
          <a:xfrm>
            <a:off x="838200" y="2320413"/>
            <a:ext cx="9387348" cy="3441290"/>
          </a:xfrm>
        </p:spPr>
        <p:txBody>
          <a:bodyPr>
            <a:normAutofit/>
          </a:bodyPr>
          <a:lstStyle/>
          <a:p>
            <a:r>
              <a:rPr lang="en-US" sz="2400" dirty="0"/>
              <a:t>This system combines alcohol detection with vehicle control and communication technologies to offer an effective solution for improving road safety. The integration of GSM and GPS ensures real-time alerting and tracking, while engine locking physically prevents potential accidents due to drunk driving.</a:t>
            </a:r>
            <a:endParaRPr lang="en-IN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FUTURE ENHANCEMENTS</a:t>
            </a:r>
            <a:endParaRPr lang="en-IN" dirty="0"/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>
          <a:xfrm>
            <a:off x="838200" y="2356567"/>
            <a:ext cx="10515600" cy="4351338"/>
          </a:xfrm>
        </p:spPr>
        <p:txBody>
          <a:bodyPr>
            <a:normAutofit/>
          </a:bodyPr>
          <a:lstStyle/>
          <a:p>
            <a:r>
              <a:rPr lang="en-IN" sz="2400" dirty="0"/>
              <a:t>Integration with mobile apps for live tracking</a:t>
            </a:r>
          </a:p>
          <a:p>
            <a:r>
              <a:rPr lang="en-IN" sz="2400" dirty="0"/>
              <a:t>Adding camera modules for image capturing</a:t>
            </a:r>
          </a:p>
          <a:p>
            <a:r>
              <a:rPr lang="en-IN" sz="2400" dirty="0"/>
              <a:t>Cloud storage for alert logs</a:t>
            </a:r>
          </a:p>
          <a:p>
            <a:r>
              <a:rPr lang="en-IN" sz="2400" dirty="0"/>
              <a:t>AI-based driver behaviour monitoring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2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10</TotalTime>
  <Words>410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  <vt:variant>
        <vt:lpstr>Custom Shows</vt:lpstr>
      </vt:variant>
      <vt:variant>
        <vt:i4>1</vt:i4>
      </vt:variant>
    </vt:vector>
  </HeadingPairs>
  <TitlesOfParts>
    <vt:vector size="17" baseType="lpstr">
      <vt:lpstr>Algerian</vt:lpstr>
      <vt:lpstr>Arial</vt:lpstr>
      <vt:lpstr>Calibri</vt:lpstr>
      <vt:lpstr>Century Gothic</vt:lpstr>
      <vt:lpstr>Garamond</vt:lpstr>
      <vt:lpstr>Savon</vt:lpstr>
      <vt:lpstr>Alcohol Sensing Alert With Engine Locking System</vt:lpstr>
      <vt:lpstr>PowerPoint Presentation</vt:lpstr>
      <vt:lpstr>OBJECTIVES</vt:lpstr>
      <vt:lpstr>COMPONENTS REQUIRED</vt:lpstr>
      <vt:lpstr>CIRCUIT DIAGRAM</vt:lpstr>
      <vt:lpstr>WORKING PRINCIPLE</vt:lpstr>
      <vt:lpstr>FEATURES</vt:lpstr>
      <vt:lpstr>    ADVANTAGES</vt:lpstr>
      <vt:lpstr>CONCLUSION</vt:lpstr>
      <vt:lpstr>FUTURE ENHANCEMENTS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Dharesh Hasigal</dc:creator>
  <cp:lastModifiedBy>Varunkumar stawarmath</cp:lastModifiedBy>
  <cp:revision>2</cp:revision>
  <dcterms:created xsi:type="dcterms:W3CDTF">2025-07-13T09:08:39Z</dcterms:created>
  <dcterms:modified xsi:type="dcterms:W3CDTF">2025-10-18T15:13:36Z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478d3117274a4b9b9d15627f0855739e</vt:lpwstr>
  </property>
</Properties>
</file>